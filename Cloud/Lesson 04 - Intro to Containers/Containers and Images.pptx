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0"/>
  </p:notesMasterIdLst>
  <p:sldIdLst>
    <p:sldId id="397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7" r:id="rId20"/>
    <p:sldId id="388" r:id="rId21"/>
    <p:sldId id="390" r:id="rId22"/>
    <p:sldId id="391" r:id="rId23"/>
    <p:sldId id="392" r:id="rId24"/>
    <p:sldId id="364" r:id="rId25"/>
    <p:sldId id="395" r:id="rId26"/>
    <p:sldId id="396" r:id="rId27"/>
    <p:sldId id="394" r:id="rId28"/>
    <p:sldId id="36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57"/>
    <p:restoredTop sz="78947" autoAdjust="0"/>
  </p:normalViewPr>
  <p:slideViewPr>
    <p:cSldViewPr snapToGrid="0">
      <p:cViewPr varScale="1">
        <p:scale>
          <a:sx n="65" d="100"/>
          <a:sy n="65" d="100"/>
        </p:scale>
        <p:origin x="30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9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28461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9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874406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9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59827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2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5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9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23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9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07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9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6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9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84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9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05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9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83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9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2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9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51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2381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5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9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97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9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78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9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42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6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72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9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15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9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14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9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4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9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62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9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5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9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25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9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44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9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00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3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9251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149565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63344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675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139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37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9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8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pPr/>
              <a:t>9 June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2DE8545-68E9-CB5C-0A74-198D62E0D6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698011-0D9F-F607-FBB9-A2D5330177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B9E09B3-991D-C6D1-DB94-273B08926CE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688DB10-7DC9-69B1-6171-352B787C234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F088005-7164-53C5-345A-C5B73F9F9DB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C886476-9FA1-4B0F-6885-EFD7CBA8D03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7D0EAA0E-19DD-284E-9D69-013D932EE74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E8394F3F-CA10-9F08-861D-4DAE6F9F6B9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C43F7A92-AEA2-BFD0-93D3-3FFC3F2FCA6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F457453-43AF-3EE8-B58C-39E8D93E50F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Containers and images</a:t>
            </a:r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id="{921D8F12-A6C1-92DA-A716-28A3A79E2A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C48A5E9-0CF8-E266-3DBC-10D7DE34B8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D0079C-F139-23B4-EE56-02210A3B2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9274" y="1238901"/>
            <a:ext cx="6309617" cy="2758667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8381" y="3067487"/>
            <a:ext cx="7568819" cy="33793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655277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4865C-3C73-DE26-E8EA-92A81C99B4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740" y="1703592"/>
            <a:ext cx="8995218" cy="447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120993" cy="4572000"/>
          </a:xfrm>
        </p:spPr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49716" y="2057399"/>
            <a:ext cx="7798247" cy="303195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3073776"/>
            <a:ext cx="5183188" cy="25471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3706"/>
            <a:ext cx="5181600" cy="25551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</a:t>
            </a:r>
          </a:p>
          <a:p>
            <a:pPr lvl="1"/>
            <a:r>
              <a:rPr lang="en-US" dirty="0"/>
              <a:t>how does image A compare to image A 3 months from now?</a:t>
            </a:r>
          </a:p>
          <a:p>
            <a:pPr lvl="1"/>
            <a:r>
              <a:rPr lang="en-US" dirty="0"/>
              <a:t>how does container A compare to image A 3 months form now?</a:t>
            </a:r>
          </a:p>
          <a:p>
            <a:pPr lvl="1"/>
            <a:r>
              <a:rPr lang="en-US" dirty="0"/>
              <a:t>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r>
              <a:rPr lang="en-US" dirty="0"/>
              <a:t>Container Engines</a:t>
            </a:r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" b="2289"/>
          <a:stretch/>
        </p:blipFill>
        <p:spPr bwMode="auto">
          <a:xfrm>
            <a:off x="5183188" y="987425"/>
            <a:ext cx="6172200" cy="4873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A file (typically text or binary) that is used by the engine to start a container</a:t>
            </a:r>
          </a:p>
          <a:p>
            <a:r>
              <a:rPr lang="en-US" dirty="0"/>
              <a:t>The image is hashed and (optionally) signed to validate the image before running</a:t>
            </a:r>
          </a:p>
          <a:p>
            <a:r>
              <a:rPr lang="en-US" dirty="0"/>
              <a:t>Images are immutable after creation</a:t>
            </a:r>
          </a:p>
          <a:p>
            <a:r>
              <a:rPr lang="en-US" dirty="0"/>
              <a:t>Standardizing towards Open Container Initiative format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5780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https://github.com/opencontainers/runtime-spec/blob/main/config.md</a:t>
            </a:r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7ABFB-24A6-B1BB-C5E2-C84E5EB2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2066" y="1009567"/>
            <a:ext cx="8231293" cy="543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Repository &amp; Namespaces &amp; Registries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  <a:p>
            <a:endParaRPr lang="en-US" dirty="0"/>
          </a:p>
          <a:p>
            <a:r>
              <a:rPr lang="en-US" dirty="0"/>
              <a:t>Registry – location that hosts multiple repositories. 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3075" y="1600200"/>
            <a:ext cx="6096000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9498" y="1600200"/>
            <a:ext cx="6583153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C09220-14CC-84D7-B5AB-7A062EB0C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D36228-FB74-1993-A4E9-A71B5E3E2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Container vs Image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Containers run from immutable images</a:t>
            </a:r>
          </a:p>
          <a:p>
            <a:r>
              <a:rPr lang="en-US" dirty="0"/>
              <a:t>So how are we writing a file???</a:t>
            </a:r>
          </a:p>
          <a:p>
            <a:r>
              <a:rPr lang="en-US" dirty="0"/>
              <a:t>Each container gets a R/W layer that is shimmed on top of the images</a:t>
            </a:r>
          </a:p>
          <a:p>
            <a:pPr lvl="1"/>
            <a:r>
              <a:rPr lang="en-US" dirty="0"/>
              <a:t>R/W layer saved when container is stopped</a:t>
            </a:r>
          </a:p>
          <a:p>
            <a:pPr lvl="1"/>
            <a:r>
              <a:rPr lang="en-US" dirty="0"/>
              <a:t>Deleted when container is removed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893-9DAA-3F4C-FC1F-A7A7E4E1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Container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7029-C41A-124A-EF02-DC1E9073C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Designed to be short-lived and ephemeral</a:t>
            </a:r>
          </a:p>
          <a:p>
            <a:pPr lvl="1"/>
            <a:r>
              <a:rPr lang="en-US" dirty="0"/>
              <a:t>Stop once their “entry point” finishes</a:t>
            </a:r>
          </a:p>
          <a:p>
            <a:pPr lvl="1"/>
            <a:r>
              <a:rPr lang="en-US" dirty="0"/>
              <a:t>Spin them up / tear them down as needed</a:t>
            </a:r>
          </a:p>
          <a:p>
            <a:r>
              <a:rPr lang="en-US" dirty="0"/>
              <a:t>Run command always starts a new container</a:t>
            </a:r>
          </a:p>
          <a:p>
            <a:r>
              <a:rPr lang="en-US" dirty="0"/>
              <a:t>Start/stop work with existing containers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EC2-D255-3B53-CBD9-8D8F4D817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58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A64B-9ABC-3000-628A-06CF1265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52B-5033-8B7F-BFF2-508D10EF1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container run -it alpine</a:t>
            </a:r>
          </a:p>
          <a:p>
            <a:r>
              <a:rPr lang="en-US" dirty="0"/>
              <a:t>echo hello &gt; test.txt</a:t>
            </a:r>
          </a:p>
          <a:p>
            <a:r>
              <a:rPr lang="en-US" dirty="0"/>
              <a:t>cat test.txt</a:t>
            </a:r>
          </a:p>
          <a:p>
            <a:r>
              <a:rPr lang="en-US" dirty="0"/>
              <a:t>Use docker desktop to inspect filesystem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39EB-8E23-4F7B-F020-13312A40CF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56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Docker cheat sheet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11188" y="1371600"/>
            <a:ext cx="7620000" cy="685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https://docs.docker.com/get-started/docker_cheatsheet.pdf</a:t>
            </a:r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253</TotalTime>
  <Words>686</Words>
  <Application>Microsoft Office PowerPoint</Application>
  <PresentationFormat>Widescreen</PresentationFormat>
  <Paragraphs>130</Paragraphs>
  <Slides>28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Arial Bold</vt:lpstr>
      <vt:lpstr>Play</vt:lpstr>
      <vt:lpstr>1_US Army 2023 AFC DEVCOM Logo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 &amp; Registries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Container vs Image</vt:lpstr>
      <vt:lpstr>Container Principles</vt:lpstr>
      <vt:lpstr>Demo</vt:lpstr>
      <vt:lpstr>Docker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155</cp:revision>
  <dcterms:created xsi:type="dcterms:W3CDTF">2025-09-17T14:29:17Z</dcterms:created>
  <dcterms:modified xsi:type="dcterms:W3CDTF">2026-06-09T14:24:36Z</dcterms:modified>
</cp:coreProperties>
</file>